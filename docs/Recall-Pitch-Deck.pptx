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thesis. One camera, one chip, remembers everything, answers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pitch in one sentence.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five beats live. The unplug beat is the one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them to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SIMA.AI MODALIX · &lt; 10 W · NO CLOUD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15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73736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Ctrl+F for the physical world.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434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on one sub-10-watt chip that remembers everything in a room and answers questions out loud, with the snapshot and the moment.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5440680"/>
            <a:ext cx="1188720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4BA3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5554980"/>
            <a:ext cx="64008" cy="64008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44068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938528" y="5440680"/>
            <a:ext cx="566928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4BA3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48256" y="5554980"/>
            <a:ext cx="64008" cy="64008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67128" y="54406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615184" y="5440680"/>
            <a:ext cx="877824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4BA3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24912" y="5554980"/>
            <a:ext cx="64008" cy="64008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43784" y="54406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02736" y="5440680"/>
            <a:ext cx="1421892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F0B84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12464" y="5554980"/>
            <a:ext cx="64008" cy="64008"/>
          </a:xfrm>
          <a:prstGeom prst="ellipse">
            <a:avLst/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31336" y="5440680"/>
            <a:ext cx="116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VLM + ASR + TTS</a:t>
            </a:r>
            <a:endParaRPr lang="en-US" sz="800" dirty="0"/>
          </a:p>
        </p:txBody>
      </p:sp>
      <p:pic>
        <p:nvPicPr>
          <p:cNvPr id="27" name="Image 0" descr="/private/tmp/claude-501/-Users-moorthy-Downloads-Projects-AI-Infra-Summit-Hackathon/89fd4e93-c821-4407-b027-81127a69eb91/scratchpad/pptx/mug-pi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17320"/>
            <a:ext cx="5102352" cy="2871216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446520" y="1417320"/>
            <a:ext cx="5102352" cy="2871216"/>
          </a:xfrm>
          <a:prstGeom prst="rect">
            <a:avLst/>
          </a:prstGeom>
          <a:ln w="9525">
            <a:solidFill>
              <a:srgbClr val="4B515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46520" y="4288536"/>
            <a:ext cx="5102352" cy="868680"/>
          </a:xfrm>
          <a:prstGeom prst="rect">
            <a:avLst/>
          </a:prstGeom>
          <a:solidFill>
            <a:srgbClr val="0A0B0D"/>
          </a:solidFill>
          <a:ln w="9525">
            <a:solidFill>
              <a:srgbClr val="4B515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611112" y="4379976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 the red mug?</a:t>
            </a:r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54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person in the blue shirt picked up the red ceramic mug at 10:47:45 and moved right. It is now marked missing.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HOME, WARD, LAB AND STOCKROOM ASKS THIS DAILY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took the laptop?”</a:t>
            </a:r>
            <a:endParaRPr lang="en-US" sz="66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483864" cy="205740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1605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What's on the table?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526280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objects remain in view: the green water bottle, black cell phone, and blue hardcover book.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52544" y="3977640"/>
            <a:ext cx="3483864" cy="205740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3712" y="41605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Where is the red mug?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4526280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up by the person in the blue shirt at 10:47:45, moved right. Now marked missing.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65008" y="3977640"/>
            <a:ext cx="3483864" cy="205740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416052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What happened in the last ten minutes?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526280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custody events: the red mug moved right and the silver laptop moved left. Three objects stationary.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DOES NOT EXIST YET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way to remember a room today is to stream it to someone else's server.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317236" cy="269748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547872"/>
            <a:ext cx="4914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CAMERAS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886200"/>
            <a:ext cx="49149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video of your kitchen, your ward, your lab leaves the building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Per-camera subscription, per-minute inference bills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outage is a memory outage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captions of a clip, not a record of what happened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3383280"/>
            <a:ext cx="5317236" cy="2697480"/>
          </a:xfrm>
          <a:prstGeom prst="rect">
            <a:avLst/>
          </a:prstGeom>
          <a:solidFill>
            <a:srgbClr val="0F1011"/>
          </a:solidFill>
          <a:ln w="9525">
            <a:solidFill>
              <a:srgbClr val="4B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2804" y="3547872"/>
            <a:ext cx="4914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PEOPLE ACTUALLY WANT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32804" y="3886200"/>
            <a:ext cx="49149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it?” and “Who took it?” answered in seconds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the frame, the time, the person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leaves the room. Ever.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when the internet does not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15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BET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508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memory can only exist on the device.</a:t>
            </a:r>
            <a:endParaRPr lang="en-US" sz="5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9776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will upload their home. So the memory has to live where the camera is: segmentation, pose, tracking, a vision-language model, speech in and speech out, on one chip under 10 watts. That is exactly what the SiMa.ai Modalix was built for.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5486400"/>
            <a:ext cx="1421892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54D6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5600700"/>
            <a:ext cx="64008" cy="64008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486400"/>
            <a:ext cx="116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CLOUD CLIENT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171700" y="5486400"/>
            <a:ext cx="877824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54D6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1428" y="5600700"/>
            <a:ext cx="64008" cy="64008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400300" y="548640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CDN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159252" y="5486400"/>
            <a:ext cx="2354580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54D6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68980" y="5600700"/>
            <a:ext cx="64008" cy="64008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387852" y="5486400"/>
            <a:ext cx="209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 DELETED AFTER 15 MIN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23560" y="5486400"/>
            <a:ext cx="3054096" cy="292608"/>
          </a:xfrm>
          <a:prstGeom prst="rect">
            <a:avLst/>
          </a:prstGeom>
          <a:solidFill>
            <a:srgbClr val="0A0B0D"/>
          </a:solidFill>
          <a:ln w="9525">
            <a:solidFill>
              <a:srgbClr val="54D6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33288" y="5600700"/>
            <a:ext cx="64008" cy="64008"/>
          </a:xfrm>
          <a:prstGeom prst="ellipse">
            <a:avLst/>
          </a:prstGeom>
          <a:solidFill>
            <a:srgbClr val="54D68A"/>
          </a:solidFill>
          <a:ln w="12700">
            <a:solidFill>
              <a:srgbClr val="54D6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0" y="548640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5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UNPLUG THE CABLE, IT KEEPS ANSWERING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RECALL DOES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00200"/>
            <a:ext cx="2377440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728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what is there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object gets a pixel mask, a stable ID and a name in human words: “red ceramic mug”.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2377440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1728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who moved it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514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wrist within 60 px of the mask in the last 1.5 s makes it a pickup by that person.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2377440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22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record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709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events with timestamps, direction of exit and the evidence frame, in SQLite on the board.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794760"/>
            <a:ext cx="2377440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3922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back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4709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by voice or text. Get a grounded sentence, the snapshot and the moment, spoken out loud.</a:t>
            </a:r>
            <a:endParaRPr lang="en-US" sz="1150" dirty="0"/>
          </a:p>
        </p:txBody>
      </p:sp>
      <p:pic>
        <p:nvPicPr>
          <p:cNvPr id="28" name="Image 0" descr="/private/tmp/claude-501/-Users-moorthy-Downloads-Projects-AI-Infra-Summit-Hackathon/89fd4e93-c821-4407-b027-81127a69eb91/scratchpad/pptx/scene-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559552" cy="31272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89320" y="1600200"/>
            <a:ext cx="5559552" cy="3127248"/>
          </a:xfrm>
          <a:prstGeom prst="rect">
            <a:avLst/>
          </a:prstGeom>
          <a:ln w="9525">
            <a:solidFill>
              <a:srgbClr val="4B51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89320" y="4846320"/>
            <a:ext cx="555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object above carries a persistent ID, a confidence, and a state. Nothing here is a caption.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DEMO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15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BEATS ON ONE TABLE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“What's on the table?”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19842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inventory of five named objects.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423160"/>
            <a:ext cx="5394960" cy="0"/>
          </a:xfrm>
          <a:prstGeom prst="line">
            <a:avLst/>
          </a:prstGeom>
          <a:noFill/>
          <a:ln w="9525">
            <a:solidFill>
              <a:srgbClr val="292D3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2496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mug off frame. “Where is the red mug?”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moved it, when, which way it went, plus the frame.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319272"/>
            <a:ext cx="5394960" cy="0"/>
          </a:xfrm>
          <a:prstGeom prst="line">
            <a:avLst/>
          </a:prstGeom>
          <a:noFill/>
          <a:ln w="9525">
            <a:solidFill>
              <a:srgbClr val="292D3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3924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392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 takes the laptop. “Who took my laptop?”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37764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by clothing, timestamp, snapshot.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4215384"/>
            <a:ext cx="5394960" cy="0"/>
          </a:xfrm>
          <a:prstGeom prst="line">
            <a:avLst/>
          </a:prstGeom>
          <a:noFill/>
          <a:ln w="9525">
            <a:solidFill>
              <a:srgbClr val="292D3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288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2885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Ethernet cable. Ask again.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46725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answer. Nothing was in the cloud.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5111496"/>
            <a:ext cx="5394960" cy="0"/>
          </a:xfrm>
          <a:prstGeom prst="line">
            <a:avLst/>
          </a:prstGeom>
          <a:noFill/>
          <a:ln w="9525">
            <a:solidFill>
              <a:srgbClr val="292D3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184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5184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happened in the last ten minutes?”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280160" y="55686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spoken sentences and the two key frames.</a:t>
            </a:r>
            <a:endParaRPr lang="en-US" sz="1100" dirty="0"/>
          </a:p>
        </p:txBody>
      </p:sp>
      <p:pic>
        <p:nvPicPr>
          <p:cNvPr id="32" name="Image 0" descr="/private/tmp/claude-501/-Users-moorthy-Downloads-Projects-AI-Infra-Summit-Hackathon/89fd4e93-c821-4407-b027-81127a69eb91/scratchpad/pptx/laptop-pi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00200"/>
            <a:ext cx="5102352" cy="2871216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446520" y="1600200"/>
            <a:ext cx="5102352" cy="2871216"/>
          </a:xfrm>
          <a:prstGeom prst="rect">
            <a:avLst/>
          </a:prstGeom>
          <a:ln w="9525">
            <a:solidFill>
              <a:srgbClr val="4B515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446520" y="4471416"/>
            <a:ext cx="5102352" cy="868680"/>
          </a:xfrm>
          <a:prstGeom prst="rect">
            <a:avLst/>
          </a:prstGeom>
          <a:solidFill>
            <a:srgbClr val="0A0B0D"/>
          </a:solidFill>
          <a:ln w="9525">
            <a:solidFill>
              <a:srgbClr val="4B5157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611112" y="4562856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took my laptop?</a:t>
            </a:r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54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person in the blue shirt picked up the silver laptop at 10:50:45 and moved left.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CHIP, SEVEN JOBS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53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B9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B9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B929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 in Recall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5D1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yolo26m-seg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every frame · MLA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inventory. Pixel masks, boxes, one identity per object.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A3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yolo26m-pose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fps · MLA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attribution. 17 keypoints; only the wrists matter.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4D6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tracker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 · on the frame path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spine. Stable IDs through occlusion, re-entry within 60 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B8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Qwen3-VL-4B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LLiMa · once per object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 things in ≤5 words with color; people by clothing only.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B8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model, text mode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LLiMa · per question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over evidence JSON. Cites event IDs. Timestamp-grounded.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9A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whisper-small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Spoken questions.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78B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CED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7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Spoken answers.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vision-language model is never on the frame path. Stop it, and inventory and events keep flowing.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 · PERCEPTION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IS THE HARD PART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mug must stay “#3” through lighting flicker, a hand passing over it, and a trip off screen.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483864" cy="26517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41071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703320"/>
            <a:ext cx="3081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class and mask IoU &gt; 0.30, or centroid within 5 % of frame width.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52544" y="3246120"/>
            <a:ext cx="3483864" cy="26517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3712" y="341071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703320"/>
            <a:ext cx="3081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→ stationary after 3 s → carried when a wrist is near → missing after 2 s unseen. Reacquire within 60 s and 8 %.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65008" y="3246120"/>
            <a:ext cx="3483864" cy="26517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341071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3703320"/>
            <a:ext cx="3081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moves or vanishes while any wrist of person P was within 60 px in the last 1.5 s → picked_up(object, P), with exit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 · ANSWERS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 NEVER SEES THE VIDEO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come from evidence, not from a caption.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5852160" cy="33375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770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VLM RECEIVES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1089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{"window": 900,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"inventory": [{"id":1,"name":"green water bottle",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"state":"stationary"}, ...],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"events": [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{"id":8,"ts":"10:47:45","type":"picked_up",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"object":3,"person":1,"dir":"right"},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{"id":9,"ts":"10:47:47","type":"object_missing",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"object":3}]}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6974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evidence JSON from SQLite, sized for the window the question implies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must be JSON with answer, event_ids, object_ids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cited ID is validated; every quoted time must exist in the evidence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hallucinated time triggers deterministic evidence rendering instead of prose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are resolved from the cited events, never guessed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ON THE BOARD · 2026-09-16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LATENCY, NOT SLIDEWARE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00200"/>
            <a:ext cx="3544824" cy="17373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1764792"/>
            <a:ext cx="314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CUSTODY QUESTION, WITH SNAPSHOTS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148840"/>
            <a:ext cx="314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</a:t>
            </a:r>
            <a:pPr indent="0" marL="0">
              <a:buNone/>
            </a:pPr>
            <a:r>
              <a:rPr lang="en-US" sz="16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4322064" y="1600200"/>
            <a:ext cx="3544824" cy="17373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3232" y="1764792"/>
            <a:ext cx="314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SPOKEN QUESTION → SPOKEN ANSWER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23232" y="2148840"/>
            <a:ext cx="314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</a:t>
            </a:r>
            <a:pPr indent="0" marL="0">
              <a:buNone/>
            </a:pPr>
            <a:r>
              <a:rPr lang="en-US" sz="16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8004048" y="1600200"/>
            <a:ext cx="3544824" cy="17373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05216" y="1764792"/>
            <a:ext cx="314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THREE-SENTENCE SUMMARY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05216" y="2148840"/>
            <a:ext cx="314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6.23</a:t>
            </a:r>
            <a:pPr indent="0" marL="0">
              <a:buNone/>
            </a:pPr>
            <a:r>
              <a:rPr lang="en-US" sz="16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640080" y="3474720"/>
            <a:ext cx="3544824" cy="17373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639312"/>
            <a:ext cx="314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VLM CROP NAMING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023360"/>
            <a:ext cx="314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pPr indent="0" marL="0">
              <a:buNone/>
            </a:pPr>
            <a:r>
              <a:rPr lang="en-US" sz="16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4322064" y="3474720"/>
            <a:ext cx="3544824" cy="17373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3232" y="3639312"/>
            <a:ext cx="314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PIPER SPEECH SYNTHESIS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23232" y="4023360"/>
            <a:ext cx="314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</a:t>
            </a:r>
            <a:pPr indent="0" marL="0">
              <a:buNone/>
            </a:pPr>
            <a:r>
              <a:rPr lang="en-US" sz="16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8004048" y="3474720"/>
            <a:ext cx="3544824" cy="173736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05216" y="3639312"/>
            <a:ext cx="314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SUITE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05216" y="4023360"/>
            <a:ext cx="314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indent="0" marL="0">
              <a:buNone/>
            </a:pPr>
            <a:r>
              <a:rPr lang="en-US" sz="160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passed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 32.8 tokens/s. Measured with the fallback VLM resident while the exact Qwen3-VL package awaited a SiMa login. Segmentation and pose FPS with the exact archives: pending.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SIMA.AI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DEMO IS THE MODALIX PITCH, PROVEN LIVE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00200"/>
            <a:ext cx="3483864" cy="228600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176479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 MODELS ON THE MLA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057400"/>
            <a:ext cx="3081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pose, a 4B vision-language model and Whisper resident at once, under 10 W. No other board in the room does that.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52544" y="1600200"/>
            <a:ext cx="3483864" cy="228600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3712" y="176479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 NEAT + LLIMA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2057400"/>
            <a:ext cx="3081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decoded frame timeline branched to every model. Precompiled YOLO26 packages and pre-quantized LLMs. Nothing compiled by us.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65008" y="1600200"/>
            <a:ext cx="3483864" cy="228600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1764792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UNPLUG TEST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2057400"/>
            <a:ext cx="3081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internet cable on stage. The question still gets answered. That is the whole privacy and cost story in one gesture.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is what a Modalix is for: physical AI that sees, remembers, and speaks, without a data center behind it.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PRIVACY PROPERTY THAT STOPS CLOUD AI IS THE MOAT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00200"/>
            <a:ext cx="2590038" cy="201168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1764792"/>
            <a:ext cx="2187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35D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057400"/>
            <a:ext cx="2187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Keys, glasses, medication, packages. “Where did I put it?” answered by the room.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12998" y="1600200"/>
            <a:ext cx="2590038" cy="201168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14166" y="1764792"/>
            <a:ext cx="2187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5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614166" y="2057400"/>
            <a:ext cx="2187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equipment custody: which pump, which room, who wheeled it out.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5916" y="1600200"/>
            <a:ext cx="2590038" cy="201168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7084" y="1764792"/>
            <a:ext cx="2187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6E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 &amp; WORKSHOPS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387084" y="2057400"/>
            <a:ext cx="2187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handoffs and instrument custody without a camera feed leaving the building.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58834" y="1600200"/>
            <a:ext cx="2590038" cy="2011680"/>
          </a:xfrm>
          <a:prstGeom prst="rect">
            <a:avLst/>
          </a:prstGeom>
          <a:solidFill>
            <a:srgbClr val="0F1011"/>
          </a:solidFill>
          <a:ln w="9525">
            <a:solidFill>
              <a:srgbClr val="292D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60002" y="1764792"/>
            <a:ext cx="21877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F9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BACK ROOMS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160002" y="2057400"/>
            <a:ext cx="21877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stock and see handoffs without exposing store video to a vendor.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343400"/>
            <a:ext cx="527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plus a per-room license. No per-minute inference bill, no video egress fees, no compliance review of a cloud vendor.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77356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77356" y="4343400"/>
            <a:ext cx="527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 W chips can finally run segmentation, pose and a language model together. The software layer that turns that into memory did not exist. Now it does.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SAME CHIP UNLOCKS NEXT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2555748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965960"/>
            <a:ext cx="2555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86000"/>
            <a:ext cx="2555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Multi-camera memory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54680"/>
            <a:ext cx="25557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rooms on one Modalix PCIe card; objects followed across cameras.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4428" y="1828800"/>
            <a:ext cx="2555748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4428" y="1965960"/>
            <a:ext cx="2555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24428" y="2286000"/>
            <a:ext cx="2555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for real space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24428" y="3154680"/>
            <a:ext cx="25557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Anything on the MLA gives “on the left shelf, second bin” instead of “moved left”.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08776" y="1828800"/>
            <a:ext cx="2555748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08776" y="1965960"/>
            <a:ext cx="2555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2286000"/>
            <a:ext cx="2555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Open-vocabulary inventory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3154680"/>
            <a:ext cx="25557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objects beyond COCO: instruments, pumps, tools, parts.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93124" y="1828800"/>
            <a:ext cx="2555748" cy="18288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93124" y="1965960"/>
            <a:ext cx="2555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93124" y="2286000"/>
            <a:ext cx="2555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fleet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993124" y="3154680"/>
            <a:ext cx="25557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rules, role-based evidence access, fleet analytics without centralizing raw video.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SHIPPED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36 HOURS, ON THE BOARD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60020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PyNeat graph: decode once, branch to seg, pose, H.264 and a 1 fps frame ring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and person trackers with a stationary / carried / missing state machine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Wrist-based custody attribution with exit direction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Single-flight VLM naming, cached per track, 24 tokens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Evidence-grounded answers and summaries with a timestamp check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on the MLA, Piper on the CPU, FastAPI on port 8090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UI with zero external requests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passing tests, one hardware gate skipped until the exact archives land</a:t>
            </a:r>
            <a:endParaRPr lang="en-US" sz="1200" dirty="0"/>
          </a:p>
        </p:txBody>
      </p:sp>
      <p:pic>
        <p:nvPicPr>
          <p:cNvPr id="13" name="Image 0" descr="/private/tmp/claude-501/-Users-moorthy-Downloads-Projects-AI-Infra-Summit-Hackathon/89fd4e93-c821-4407-b027-81127a69eb91/scratchpad/pptx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5742432" cy="351129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06440" y="1600200"/>
            <a:ext cx="5742432" cy="3511296"/>
          </a:xfrm>
          <a:prstGeom prst="rect">
            <a:avLst/>
          </a:prstGeom>
          <a:ln w="9525">
            <a:solidFill>
              <a:srgbClr val="4B51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06440" y="525780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github.com/vnmoorthy/recall</a:t>
            </a:r>
            <a:pPr indent="0" marL="0">
              <a:buNone/>
            </a:pPr>
            <a:r>
              <a:rPr lang="en-US" sz="11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Python · PyNeat · LLiMa · FastAPI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565392"/>
            <a:ext cx="201168" cy="1828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6344" y="6382512"/>
            <a:ext cx="18288" cy="201168"/>
          </a:xfrm>
          <a:prstGeom prst="rect">
            <a:avLst/>
          </a:prstGeom>
          <a:solidFill>
            <a:srgbClr val="6B7075"/>
          </a:solidFill>
          <a:ln w="12700">
            <a:solidFill>
              <a:srgbClr val="6B70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420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VISUAL MEMORY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420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INFRA SUMMIT HACKATHON 2026 · SIMA.AI TRACK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20072" y="6291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15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7373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up.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mug.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5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who did it.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572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at the table is running Recall right now. Nothing you do in front of it leaves the table.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github.com/vnmoorthy/recall</a:t>
            </a:r>
            <a:endParaRPr lang="en-US" sz="1400" dirty="0"/>
          </a:p>
        </p:txBody>
      </p:sp>
      <p:pic>
        <p:nvPicPr>
          <p:cNvPr id="16" name="Image 0" descr="/private/tmp/claude-501/-Users-moorthy-Downloads-Projects-AI-Infra-Summit-Hackathon/89fd4e93-c821-4407-b027-81127a69eb91/scratchpad/pptx/scene-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37360"/>
            <a:ext cx="5102352" cy="287121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46520" y="1737360"/>
            <a:ext cx="5102352" cy="2871216"/>
          </a:xfrm>
          <a:prstGeom prst="rect">
            <a:avLst/>
          </a:prstGeom>
          <a:ln w="9525">
            <a:solidFill>
              <a:srgbClr val="4B515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46520" y="4608576"/>
            <a:ext cx="5102352" cy="868680"/>
          </a:xfrm>
          <a:prstGeom prst="rect">
            <a:avLst/>
          </a:prstGeom>
          <a:solidFill>
            <a:srgbClr val="0A0B0D"/>
          </a:solidFill>
          <a:ln w="9525">
            <a:solidFill>
              <a:srgbClr val="4B515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611112" y="4700016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B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on the table now?</a:t>
            </a:r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54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CE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objects remain: the green water bottle, black cell phone, and blue hardcover book. The mug and laptop are marked missing.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 Pitch Deck</dc:title>
  <dc:subject>PptxGenJS Presentation</dc:subject>
  <dc:creator>Recall</dc:creator>
  <cp:lastModifiedBy>Recall</cp:lastModifiedBy>
  <cp:revision>1</cp:revision>
  <dcterms:created xsi:type="dcterms:W3CDTF">2026-09-16T18:41:59Z</dcterms:created>
  <dcterms:modified xsi:type="dcterms:W3CDTF">2026-09-16T18:41:59Z</dcterms:modified>
</cp:coreProperties>
</file>